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08 091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08 091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08 0917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08 0918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08 0918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